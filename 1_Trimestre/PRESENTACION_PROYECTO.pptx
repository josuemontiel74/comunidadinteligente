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handoutMasterIdLst>
    <p:handoutMasterId r:id="rId11"/>
  </p:handoutMasterIdLst>
  <p:sldIdLst>
    <p:sldId id="257" r:id="rId2"/>
    <p:sldId id="269" r:id="rId3"/>
    <p:sldId id="270" r:id="rId4"/>
    <p:sldId id="271" r:id="rId5"/>
    <p:sldId id="259" r:id="rId6"/>
    <p:sldId id="272" r:id="rId7"/>
    <p:sldId id="273" r:id="rId8"/>
    <p:sldId id="263" r:id="rId9"/>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AA00"/>
    <a:srgbClr val="766363"/>
    <a:srgbClr val="FFF5EA"/>
    <a:srgbClr val="00324D"/>
    <a:srgbClr val="FF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04"/>
    <p:restoredTop sz="96449" autoAdjust="0"/>
  </p:normalViewPr>
  <p:slideViewPr>
    <p:cSldViewPr snapToGrid="0">
      <p:cViewPr varScale="1">
        <p:scale>
          <a:sx n="83" d="100"/>
          <a:sy n="83" d="100"/>
        </p:scale>
        <p:origin x="581" y="67"/>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97" d="100"/>
          <a:sy n="97" d="100"/>
        </p:scale>
        <p:origin x="5336" y="20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64"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1048665" name="Marcador de fech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369B9F-131C-2846-AB8F-CEE154B4CAEB}" type="datetimeFigureOut">
              <a:rPr lang="es-CO" smtClean="0"/>
              <a:t>22/09/2025</a:t>
            </a:fld>
            <a:endParaRPr lang="es-CO"/>
          </a:p>
        </p:txBody>
      </p:sp>
      <p:sp>
        <p:nvSpPr>
          <p:cNvPr id="1048666" name="Marcador de pie de pá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1048667" name="Marcador de número de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93070F-3F68-E043-9CC3-B53B4F22454C}" type="slidenum">
              <a:rPr lang="es-CO" smtClean="0"/>
              <a:t>‹Nº›</a:t>
            </a:fld>
            <a:endParaRPr lang="es-CO"/>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58"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1048659"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660CB96-A603-FF42-AE46-F5F75F80A67B}" type="datetimeFigureOut">
              <a:rPr lang="es-CO" smtClean="0"/>
              <a:t>22/09/2025</a:t>
            </a:fld>
            <a:endParaRPr lang="es-CO"/>
          </a:p>
        </p:txBody>
      </p:sp>
      <p:sp>
        <p:nvSpPr>
          <p:cNvPr id="1048660"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1048661"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62"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1048663"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06C58E-460D-4A4B-B0C2-1191B9D14FCB}" type="slidenum">
              <a:rPr lang="es-CO" smtClean="0"/>
              <a:t>‹Nº›</a:t>
            </a:fld>
            <a:endParaRPr lang="es-CO"/>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Marcador de imagen de diapositiva 1"/>
          <p:cNvSpPr>
            <a:spLocks noGrp="1" noRot="1" noChangeAspect="1"/>
          </p:cNvSpPr>
          <p:nvPr>
            <p:ph type="sldImg"/>
          </p:nvPr>
        </p:nvSpPr>
        <p:spPr/>
      </p:sp>
      <p:sp>
        <p:nvSpPr>
          <p:cNvPr id="1048583" name="Marcador de notas 2"/>
          <p:cNvSpPr>
            <a:spLocks noGrp="1"/>
          </p:cNvSpPr>
          <p:nvPr>
            <p:ph type="body" idx="1"/>
          </p:nvPr>
        </p:nvSpPr>
        <p:spPr/>
        <p:txBody>
          <a:bodyPr/>
          <a:lstStyle/>
          <a:p>
            <a:endParaRPr lang="es-CO"/>
          </a:p>
        </p:txBody>
      </p:sp>
      <p:sp>
        <p:nvSpPr>
          <p:cNvPr id="1048584" name="Marcador de número de diapositiva 3"/>
          <p:cNvSpPr>
            <a:spLocks noGrp="1"/>
          </p:cNvSpPr>
          <p:nvPr>
            <p:ph type="sldNum" sz="quarter" idx="5"/>
          </p:nvPr>
        </p:nvSpPr>
        <p:spPr/>
        <p:txBody>
          <a:bodyPr/>
          <a:lstStyle/>
          <a:p>
            <a:fld id="{6906C58E-460D-4A4B-B0C2-1191B9D14FCB}" type="slidenum">
              <a:rPr lang="es-CO" smtClean="0"/>
              <a:t>1</a:t>
            </a:fld>
            <a:endParaRPr lang="es-C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151E4-3ACF-BBA9-FC98-2996CD699C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CF70D82-77DA-6B60-5C58-96C3660AE90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DCB83DB-0506-C573-48A6-713C8F80EB99}"/>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E470FCE-D489-E3B2-6E8C-742E16D7F583}"/>
              </a:ext>
            </a:extLst>
          </p:cNvPr>
          <p:cNvSpPr>
            <a:spLocks noGrp="1"/>
          </p:cNvSpPr>
          <p:nvPr>
            <p:ph type="sldNum" sz="quarter" idx="5"/>
          </p:nvPr>
        </p:nvSpPr>
        <p:spPr/>
        <p:txBody>
          <a:bodyPr/>
          <a:lstStyle/>
          <a:p>
            <a:fld id="{6906C58E-460D-4A4B-B0C2-1191B9D14FCB}" type="slidenum">
              <a:rPr lang="es-CO" smtClean="0"/>
              <a:t>2</a:t>
            </a:fld>
            <a:endParaRPr lang="es-CO"/>
          </a:p>
        </p:txBody>
      </p:sp>
    </p:spTree>
    <p:extLst>
      <p:ext uri="{BB962C8B-B14F-4D97-AF65-F5344CB8AC3E}">
        <p14:creationId xmlns:p14="http://schemas.microsoft.com/office/powerpoint/2010/main" val="36364356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C8B0D-047A-2496-4ADF-B5E2A269FDB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550003-3156-940E-E783-19C3CD370F8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4C36257-DA3A-3916-CC48-80D9029E3203}"/>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DC3DA13-AF33-0DA2-0D93-839F263AB222}"/>
              </a:ext>
            </a:extLst>
          </p:cNvPr>
          <p:cNvSpPr>
            <a:spLocks noGrp="1"/>
          </p:cNvSpPr>
          <p:nvPr>
            <p:ph type="sldNum" sz="quarter" idx="5"/>
          </p:nvPr>
        </p:nvSpPr>
        <p:spPr/>
        <p:txBody>
          <a:bodyPr/>
          <a:lstStyle/>
          <a:p>
            <a:fld id="{6906C58E-460D-4A4B-B0C2-1191B9D14FCB}" type="slidenum">
              <a:rPr lang="es-CO" smtClean="0"/>
              <a:t>3</a:t>
            </a:fld>
            <a:endParaRPr lang="es-CO"/>
          </a:p>
        </p:txBody>
      </p:sp>
    </p:spTree>
    <p:extLst>
      <p:ext uri="{BB962C8B-B14F-4D97-AF65-F5344CB8AC3E}">
        <p14:creationId xmlns:p14="http://schemas.microsoft.com/office/powerpoint/2010/main" val="3592635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134B3-69A9-93D9-1FA4-A5FD377AE29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259DCF0-1755-234D-D6F7-21DEEBA1376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E5F38F9-AB1F-A2CA-141E-3D6265DCF8D1}"/>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775B438A-D763-B57F-89AB-B680D8061A91}"/>
              </a:ext>
            </a:extLst>
          </p:cNvPr>
          <p:cNvSpPr>
            <a:spLocks noGrp="1"/>
          </p:cNvSpPr>
          <p:nvPr>
            <p:ph type="sldNum" sz="quarter" idx="5"/>
          </p:nvPr>
        </p:nvSpPr>
        <p:spPr/>
        <p:txBody>
          <a:bodyPr/>
          <a:lstStyle/>
          <a:p>
            <a:fld id="{6906C58E-460D-4A4B-B0C2-1191B9D14FCB}" type="slidenum">
              <a:rPr lang="es-CO" smtClean="0"/>
              <a:t>4</a:t>
            </a:fld>
            <a:endParaRPr lang="es-CO"/>
          </a:p>
        </p:txBody>
      </p:sp>
    </p:spTree>
    <p:extLst>
      <p:ext uri="{BB962C8B-B14F-4D97-AF65-F5344CB8AC3E}">
        <p14:creationId xmlns:p14="http://schemas.microsoft.com/office/powerpoint/2010/main" val="5613278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fld id="{6906C58E-460D-4A4B-B0C2-1191B9D14FCB}" type="slidenum">
              <a:rPr lang="es-CO" smtClean="0"/>
              <a:t>5</a:t>
            </a:fld>
            <a:endParaRPr lang="es-CO"/>
          </a:p>
        </p:txBody>
      </p:sp>
    </p:spTree>
    <p:extLst>
      <p:ext uri="{BB962C8B-B14F-4D97-AF65-F5344CB8AC3E}">
        <p14:creationId xmlns:p14="http://schemas.microsoft.com/office/powerpoint/2010/main" val="3852479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048603"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1048604"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1048605" name="Marcador de fecha 3"/>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06" name="Marcador de pie de página 4"/>
          <p:cNvSpPr>
            <a:spLocks noGrp="1"/>
          </p:cNvSpPr>
          <p:nvPr>
            <p:ph type="ftr" sz="quarter" idx="11"/>
          </p:nvPr>
        </p:nvSpPr>
        <p:spPr/>
        <p:txBody>
          <a:bodyPr/>
          <a:lstStyle/>
          <a:p>
            <a:endParaRPr lang="es-CO"/>
          </a:p>
        </p:txBody>
      </p:sp>
      <p:sp>
        <p:nvSpPr>
          <p:cNvPr id="1048607" name="Marcador de número de diapositiva 5"/>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1048636" name="Título 1"/>
          <p:cNvSpPr>
            <a:spLocks noGrp="1"/>
          </p:cNvSpPr>
          <p:nvPr>
            <p:ph type="title"/>
          </p:nvPr>
        </p:nvSpPr>
        <p:spPr/>
        <p:txBody>
          <a:bodyPr/>
          <a:lstStyle/>
          <a:p>
            <a:r>
              <a:rPr lang="es-ES"/>
              <a:t>Haga clic para modificar el estilo de título del patrón</a:t>
            </a:r>
            <a:endParaRPr lang="es-CO"/>
          </a:p>
        </p:txBody>
      </p:sp>
      <p:sp>
        <p:nvSpPr>
          <p:cNvPr id="1048637" name="Marcador de contenido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38" name="Marcador de fecha 3"/>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39" name="Marcador de pie de página 4"/>
          <p:cNvSpPr>
            <a:spLocks noGrp="1"/>
          </p:cNvSpPr>
          <p:nvPr>
            <p:ph type="ftr" sz="quarter" idx="11"/>
          </p:nvPr>
        </p:nvSpPr>
        <p:spPr/>
        <p:txBody>
          <a:bodyPr/>
          <a:lstStyle/>
          <a:p>
            <a:endParaRPr lang="es-CO"/>
          </a:p>
        </p:txBody>
      </p:sp>
      <p:sp>
        <p:nvSpPr>
          <p:cNvPr id="1048640" name="Marcador de número de diapositiva 5"/>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1048618"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1048619"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1048620" name="Marcador de fecha 3"/>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21" name="Marcador de pie de página 4"/>
          <p:cNvSpPr>
            <a:spLocks noGrp="1"/>
          </p:cNvSpPr>
          <p:nvPr>
            <p:ph type="ftr" sz="quarter" idx="11"/>
          </p:nvPr>
        </p:nvSpPr>
        <p:spPr/>
        <p:txBody>
          <a:bodyPr/>
          <a:lstStyle/>
          <a:p>
            <a:endParaRPr lang="es-CO"/>
          </a:p>
        </p:txBody>
      </p:sp>
      <p:sp>
        <p:nvSpPr>
          <p:cNvPr id="1048622" name="Marcador de número de diapositiva 5"/>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048646" name="Título 1"/>
          <p:cNvSpPr>
            <a:spLocks noGrp="1"/>
          </p:cNvSpPr>
          <p:nvPr>
            <p:ph type="title"/>
          </p:nvPr>
        </p:nvSpPr>
        <p:spPr/>
        <p:txBody>
          <a:bodyPr/>
          <a:lstStyle/>
          <a:p>
            <a:r>
              <a:rPr lang="es-ES"/>
              <a:t>Haga clic para modificar el estilo de título del patrón</a:t>
            </a:r>
            <a:endParaRPr lang="es-CO"/>
          </a:p>
        </p:txBody>
      </p:sp>
      <p:sp>
        <p:nvSpPr>
          <p:cNvPr id="1048647" name="Marcador de contenido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48" name="Marcador de contenido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49" name="Marcador de fecha 4"/>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50" name="Marcador de pie de página 5"/>
          <p:cNvSpPr>
            <a:spLocks noGrp="1"/>
          </p:cNvSpPr>
          <p:nvPr>
            <p:ph type="ftr" sz="quarter" idx="11"/>
          </p:nvPr>
        </p:nvSpPr>
        <p:spPr/>
        <p:txBody>
          <a:bodyPr/>
          <a:lstStyle/>
          <a:p>
            <a:endParaRPr lang="es-CO"/>
          </a:p>
        </p:txBody>
      </p:sp>
      <p:sp>
        <p:nvSpPr>
          <p:cNvPr id="1048651" name="Marcador de número de diapositiva 6"/>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48623"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1048624"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48625" name="Marcador de contenido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26"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48627" name="Marcador de contenido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28" name="Marcador de fecha 6"/>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29" name="Marcador de pie de página 7"/>
          <p:cNvSpPr>
            <a:spLocks noGrp="1"/>
          </p:cNvSpPr>
          <p:nvPr>
            <p:ph type="ftr" sz="quarter" idx="11"/>
          </p:nvPr>
        </p:nvSpPr>
        <p:spPr/>
        <p:txBody>
          <a:bodyPr/>
          <a:lstStyle/>
          <a:p>
            <a:endParaRPr lang="es-CO"/>
          </a:p>
        </p:txBody>
      </p:sp>
      <p:sp>
        <p:nvSpPr>
          <p:cNvPr id="1048630" name="Marcador de número de diapositiva 8"/>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1048608" name="Título 1"/>
          <p:cNvSpPr>
            <a:spLocks noGrp="1"/>
          </p:cNvSpPr>
          <p:nvPr>
            <p:ph type="title"/>
          </p:nvPr>
        </p:nvSpPr>
        <p:spPr/>
        <p:txBody>
          <a:bodyPr/>
          <a:lstStyle/>
          <a:p>
            <a:r>
              <a:rPr lang="es-ES"/>
              <a:t>Haga clic para modificar el estilo de título del patrón</a:t>
            </a:r>
            <a:endParaRPr lang="es-CO"/>
          </a:p>
        </p:txBody>
      </p:sp>
      <p:sp>
        <p:nvSpPr>
          <p:cNvPr id="1048609" name="Marcador de fecha 2"/>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10" name="Marcador de pie de página 3"/>
          <p:cNvSpPr>
            <a:spLocks noGrp="1"/>
          </p:cNvSpPr>
          <p:nvPr>
            <p:ph type="ftr" sz="quarter" idx="11"/>
          </p:nvPr>
        </p:nvSpPr>
        <p:spPr/>
        <p:txBody>
          <a:bodyPr/>
          <a:lstStyle/>
          <a:p>
            <a:endParaRPr lang="es-CO"/>
          </a:p>
        </p:txBody>
      </p:sp>
      <p:sp>
        <p:nvSpPr>
          <p:cNvPr id="1048611" name="Marcador de número de diapositiva 4"/>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1048600" name="Marcador de fecha 1"/>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01" name="Marcador de pie de página 2"/>
          <p:cNvSpPr>
            <a:spLocks noGrp="1"/>
          </p:cNvSpPr>
          <p:nvPr>
            <p:ph type="ftr" sz="quarter" idx="11"/>
          </p:nvPr>
        </p:nvSpPr>
        <p:spPr/>
        <p:txBody>
          <a:bodyPr/>
          <a:lstStyle/>
          <a:p>
            <a:endParaRPr lang="es-CO"/>
          </a:p>
        </p:txBody>
      </p:sp>
      <p:sp>
        <p:nvSpPr>
          <p:cNvPr id="1048602" name="Marcador de número de diapositiva 3"/>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104865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104865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5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1048655" name="Marcador de fecha 4"/>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56" name="Marcador de pie de página 5"/>
          <p:cNvSpPr>
            <a:spLocks noGrp="1"/>
          </p:cNvSpPr>
          <p:nvPr>
            <p:ph type="ftr" sz="quarter" idx="11"/>
          </p:nvPr>
        </p:nvSpPr>
        <p:spPr/>
        <p:txBody>
          <a:bodyPr/>
          <a:lstStyle/>
          <a:p>
            <a:endParaRPr lang="es-CO"/>
          </a:p>
        </p:txBody>
      </p:sp>
      <p:sp>
        <p:nvSpPr>
          <p:cNvPr id="1048657" name="Marcador de número de diapositiva 6"/>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04861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104861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104861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1048615" name="Marcador de fecha 4"/>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16" name="Marcador de pie de página 5"/>
          <p:cNvSpPr>
            <a:spLocks noGrp="1"/>
          </p:cNvSpPr>
          <p:nvPr>
            <p:ph type="ftr" sz="quarter" idx="11"/>
          </p:nvPr>
        </p:nvSpPr>
        <p:spPr/>
        <p:txBody>
          <a:bodyPr/>
          <a:lstStyle/>
          <a:p>
            <a:endParaRPr lang="es-CO"/>
          </a:p>
        </p:txBody>
      </p:sp>
      <p:sp>
        <p:nvSpPr>
          <p:cNvPr id="1048617" name="Marcador de número de diapositiva 6"/>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1048641" name="Título 1"/>
          <p:cNvSpPr>
            <a:spLocks noGrp="1"/>
          </p:cNvSpPr>
          <p:nvPr>
            <p:ph type="title"/>
          </p:nvPr>
        </p:nvSpPr>
        <p:spPr/>
        <p:txBody>
          <a:bodyPr/>
          <a:lstStyle/>
          <a:p>
            <a:r>
              <a:rPr lang="es-ES"/>
              <a:t>Haga clic para modificar el estilo de título del patrón</a:t>
            </a:r>
            <a:endParaRPr lang="es-CO"/>
          </a:p>
        </p:txBody>
      </p:sp>
      <p:sp>
        <p:nvSpPr>
          <p:cNvPr id="1048642" name="Marcador de texto vertical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43" name="Marcador de fecha 3"/>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44" name="Marcador de pie de página 4"/>
          <p:cNvSpPr>
            <a:spLocks noGrp="1"/>
          </p:cNvSpPr>
          <p:nvPr>
            <p:ph type="ftr" sz="quarter" idx="11"/>
          </p:nvPr>
        </p:nvSpPr>
        <p:spPr/>
        <p:txBody>
          <a:bodyPr/>
          <a:lstStyle/>
          <a:p>
            <a:endParaRPr lang="es-CO"/>
          </a:p>
        </p:txBody>
      </p:sp>
      <p:sp>
        <p:nvSpPr>
          <p:cNvPr id="1048645" name="Marcador de número de diapositiva 5"/>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048631"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1048632" name="Marcador de texto vertical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633" name="Marcador de fecha 3"/>
          <p:cNvSpPr>
            <a:spLocks noGrp="1"/>
          </p:cNvSpPr>
          <p:nvPr>
            <p:ph type="dt" sz="half" idx="10"/>
          </p:nvPr>
        </p:nvSpPr>
        <p:spPr/>
        <p:txBody>
          <a:bodyPr/>
          <a:lstStyle/>
          <a:p>
            <a:fld id="{BD986248-06F7-A441-A47A-264EBD310E11}" type="datetimeFigureOut">
              <a:rPr lang="es-CO" smtClean="0"/>
              <a:t>22/09/2025</a:t>
            </a:fld>
            <a:endParaRPr lang="es-CO"/>
          </a:p>
        </p:txBody>
      </p:sp>
      <p:sp>
        <p:nvSpPr>
          <p:cNvPr id="1048634" name="Marcador de pie de página 4"/>
          <p:cNvSpPr>
            <a:spLocks noGrp="1"/>
          </p:cNvSpPr>
          <p:nvPr>
            <p:ph type="ftr" sz="quarter" idx="11"/>
          </p:nvPr>
        </p:nvSpPr>
        <p:spPr/>
        <p:txBody>
          <a:bodyPr/>
          <a:lstStyle/>
          <a:p>
            <a:endParaRPr lang="es-CO"/>
          </a:p>
        </p:txBody>
      </p:sp>
      <p:sp>
        <p:nvSpPr>
          <p:cNvPr id="1048635" name="Marcador de número de diapositiva 5"/>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Encabezado de sección">
    <p:spTree>
      <p:nvGrpSpPr>
        <p:cNvPr id="1" name=""/>
        <p:cNvGrpSpPr/>
        <p:nvPr/>
      </p:nvGrpSpPr>
      <p:grpSpPr>
        <a:xfrm>
          <a:off x="0" y="0"/>
          <a:ext cx="0" cy="0"/>
          <a:chOff x="0" y="0"/>
          <a:chExt cx="0" cy="0"/>
        </a:xfrm>
      </p:grpSpPr>
      <p:pic>
        <p:nvPicPr>
          <p:cNvPr id="2097153" name="Imagen 5" descr="Patrón de fondo  Descripción generada automáticamente"/>
          <p:cNvPicPr>
            <a:picLocks noChangeAspect="1"/>
          </p:cNvPicPr>
          <p:nvPr userDrawn="1"/>
        </p:nvPicPr>
        <p:blipFill>
          <a:blip r:embed="rId2"/>
          <a:stretch>
            <a:fillRect/>
          </a:stretch>
        </p:blipFill>
        <p:spPr>
          <a:xfrm>
            <a:off x="0" y="0"/>
            <a:ext cx="12192000" cy="6858000"/>
          </a:xfrm>
          <a:prstGeom prst="rect">
            <a:avLst/>
          </a:prstGeom>
        </p:spPr>
      </p:pic>
      <p:pic>
        <p:nvPicPr>
          <p:cNvPr id="2097154" name="Imagen 3"/>
          <p:cNvPicPr>
            <a:picLocks noChangeAspect="1"/>
          </p:cNvPicPr>
          <p:nvPr userDrawn="1"/>
        </p:nvPicPr>
        <p:blipFill>
          <a:blip r:embed="rId3"/>
          <a:stretch>
            <a:fillRect/>
          </a:stretch>
        </p:blipFill>
        <p:spPr>
          <a:xfrm>
            <a:off x="11054859" y="303050"/>
            <a:ext cx="855785" cy="833982"/>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seño personalizad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48594" name="Título 1"/>
          <p:cNvSpPr>
            <a:spLocks noGrp="1"/>
          </p:cNvSpPr>
          <p:nvPr>
            <p:ph type="title"/>
          </p:nvPr>
        </p:nvSpPr>
        <p:spPr/>
        <p:txBody>
          <a:bodyPr/>
          <a:lstStyle/>
          <a:p>
            <a:r>
              <a:rPr lang="es-ES"/>
              <a:t>Haga clic para modificar el estilo de título del patrón</a:t>
            </a:r>
            <a:endParaRPr lang="es-CO"/>
          </a:p>
        </p:txBody>
      </p:sp>
      <p:sp>
        <p:nvSpPr>
          <p:cNvPr id="1048595" name="Marcador de fecha 2"/>
          <p:cNvSpPr>
            <a:spLocks noGrp="1"/>
          </p:cNvSpPr>
          <p:nvPr>
            <p:ph type="dt" sz="half" idx="10"/>
          </p:nvPr>
        </p:nvSpPr>
        <p:spPr/>
        <p:txBody>
          <a:bodyPr/>
          <a:lstStyle/>
          <a:p>
            <a:fld id="{BD986248-06F7-A441-A47A-264EBD310E11}" type="datetimeFigureOut">
              <a:rPr lang="es-CO" smtClean="0"/>
              <a:t>22/09/2025</a:t>
            </a:fld>
            <a:endParaRPr lang="es-CO"/>
          </a:p>
        </p:txBody>
      </p:sp>
      <p:sp>
        <p:nvSpPr>
          <p:cNvPr id="1048596" name="Marcador de pie de página 3"/>
          <p:cNvSpPr>
            <a:spLocks noGrp="1"/>
          </p:cNvSpPr>
          <p:nvPr>
            <p:ph type="ftr" sz="quarter" idx="11"/>
          </p:nvPr>
        </p:nvSpPr>
        <p:spPr/>
        <p:txBody>
          <a:bodyPr/>
          <a:lstStyle/>
          <a:p>
            <a:endParaRPr lang="es-CO"/>
          </a:p>
        </p:txBody>
      </p:sp>
      <p:sp>
        <p:nvSpPr>
          <p:cNvPr id="1048597" name="Marcador de número de diapositiva 4"/>
          <p:cNvSpPr>
            <a:spLocks noGrp="1"/>
          </p:cNvSpPr>
          <p:nvPr>
            <p:ph type="sldNum" sz="quarter" idx="12"/>
          </p:nvPr>
        </p:nvSpPr>
        <p:spPr/>
        <p:txBody>
          <a:bodyPr/>
          <a:lstStyle/>
          <a:p>
            <a:fld id="{63E15DF6-230E-2E43-B847-68755106EC6D}" type="slidenum">
              <a:rPr lang="es-CO" smtClean="0"/>
              <a:t>‹Nº›</a:t>
            </a:fld>
            <a:endParaRPr lang="es-CO"/>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Diapositiva de título">
    <p:spTree>
      <p:nvGrpSpPr>
        <p:cNvPr id="1" name=""/>
        <p:cNvGrpSpPr/>
        <p:nvPr/>
      </p:nvGrpSpPr>
      <p:grpSpPr>
        <a:xfrm>
          <a:off x="0" y="0"/>
          <a:ext cx="0" cy="0"/>
          <a:chOff x="0" y="0"/>
          <a:chExt cx="0" cy="0"/>
        </a:xfrm>
      </p:grpSpPr>
      <p:pic>
        <p:nvPicPr>
          <p:cNvPr id="2097152" name="Imagen 2" descr="Interfaz de usuario gráfica, Texto, Aplicación  Descripción generada automáticamente"/>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1048577"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048578"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986248-06F7-A441-A47A-264EBD310E11}" type="datetimeFigureOut">
              <a:rPr lang="es-CO" smtClean="0"/>
              <a:t>22/09/2025</a:t>
            </a:fld>
            <a:endParaRPr lang="es-CO"/>
          </a:p>
        </p:txBody>
      </p:sp>
      <p:sp>
        <p:nvSpPr>
          <p:cNvPr id="1048579"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1048580"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3E15DF6-230E-2E43-B847-68755106EC6D}" type="slidenum">
              <a:rPr lang="es-CO" smtClean="0"/>
              <a:t>‹Nº›</a:t>
            </a:fld>
            <a:endParaRPr lang="es-CO"/>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1" r:id="rId11"/>
    <p:sldLayoutId id="2147483662" r:id="rId12"/>
    <p:sldLayoutId id="2147483663" r:id="rId13"/>
    <p:sldLayoutId id="214748366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1" name="CuadroTexto 6"/>
          <p:cNvSpPr txBox="1"/>
          <p:nvPr/>
        </p:nvSpPr>
        <p:spPr>
          <a:xfrm>
            <a:off x="720694" y="2526572"/>
            <a:ext cx="10750609" cy="1339277"/>
          </a:xfrm>
          <a:prstGeom prst="rect">
            <a:avLst/>
          </a:prstGeom>
          <a:noFill/>
        </p:spPr>
        <p:txBody>
          <a:bodyPr wrap="square" rtlCol="0">
            <a:spAutoFit/>
          </a:bodyPr>
          <a:lstStyle/>
          <a:p>
            <a:pPr marL="457200" indent="450215" algn="ctr">
              <a:lnSpc>
                <a:spcPct val="200000"/>
              </a:lnSpc>
            </a:pPr>
            <a:r>
              <a:rPr lang="es-CO" sz="4800" b="1" dirty="0">
                <a:solidFill>
                  <a:srgbClr val="38AA00"/>
                </a:solidFill>
                <a:effectLst/>
                <a:latin typeface="Arial Nova" panose="020F0502020204030204" pitchFamily="34" charset="0"/>
                <a:ea typeface="Times New Roman" panose="02020603050405020304" pitchFamily="18" charset="0"/>
              </a:rPr>
              <a:t>COMUNIDAD</a:t>
            </a:r>
            <a:r>
              <a:rPr lang="es-CO" sz="4800" b="1" dirty="0">
                <a:solidFill>
                  <a:srgbClr val="38AA00"/>
                </a:solidFill>
                <a:latin typeface="Arial Nova" panose="020F0502020204030204" pitchFamily="34" charset="0"/>
                <a:ea typeface="Times New Roman" panose="02020603050405020304" pitchFamily="18" charset="0"/>
              </a:rPr>
              <a:t> </a:t>
            </a:r>
            <a:r>
              <a:rPr lang="es-CO" sz="4800" b="1" dirty="0">
                <a:solidFill>
                  <a:srgbClr val="38AA00"/>
                </a:solidFill>
                <a:effectLst/>
                <a:latin typeface="Arial Nova" panose="020F0502020204030204" pitchFamily="34" charset="0"/>
                <a:ea typeface="Times New Roman" panose="02020603050405020304" pitchFamily="18" charset="0"/>
              </a:rPr>
              <a:t>INTELIGENTE</a:t>
            </a:r>
            <a:endParaRPr lang="es-CO" sz="4800" dirty="0">
              <a:solidFill>
                <a:srgbClr val="38AA00"/>
              </a:solidFill>
              <a:effectLst/>
              <a:latin typeface="Arial Nova" panose="020F0502020204030204" pitchFamily="34" charset="0"/>
              <a:ea typeface="Times New Roman" panose="02020603050405020304" pitchFamily="18" charset="0"/>
            </a:endParaRPr>
          </a:p>
        </p:txBody>
      </p:sp>
      <p:cxnSp>
        <p:nvCxnSpPr>
          <p:cNvPr id="3145728" name="Conector recto 5"/>
          <p:cNvCxnSpPr>
            <a:cxnSpLocks/>
          </p:cNvCxnSpPr>
          <p:nvPr/>
        </p:nvCxnSpPr>
        <p:spPr>
          <a:xfrm>
            <a:off x="4946754" y="3865849"/>
            <a:ext cx="2953062" cy="0"/>
          </a:xfrm>
          <a:prstGeom prst="line">
            <a:avLst/>
          </a:prstGeom>
          <a:ln>
            <a:solidFill>
              <a:srgbClr val="38AA00"/>
            </a:solidFill>
          </a:ln>
        </p:spPr>
        <p:style>
          <a:lnRef idx="1">
            <a:schemeClr val="accent1"/>
          </a:lnRef>
          <a:fillRef idx="0">
            <a:schemeClr val="accent1"/>
          </a:fillRef>
          <a:effectRef idx="0">
            <a:schemeClr val="accent1"/>
          </a:effectRef>
          <a:fontRef idx="minor">
            <a:schemeClr val="tx1"/>
          </a:fontRef>
        </p:style>
      </p:cxnSp>
      <p:sp>
        <p:nvSpPr>
          <p:cNvPr id="5" name="CuadroTexto 4">
            <a:extLst>
              <a:ext uri="{FF2B5EF4-FFF2-40B4-BE49-F238E27FC236}">
                <a16:creationId xmlns:a16="http://schemas.microsoft.com/office/drawing/2014/main" id="{744F35C3-CB2C-D482-2D62-10B4B94F41B3}"/>
              </a:ext>
            </a:extLst>
          </p:cNvPr>
          <p:cNvSpPr txBox="1"/>
          <p:nvPr/>
        </p:nvSpPr>
        <p:spPr>
          <a:xfrm>
            <a:off x="3556829" y="3865849"/>
            <a:ext cx="5078338" cy="400110"/>
          </a:xfrm>
          <a:prstGeom prst="rect">
            <a:avLst/>
          </a:prstGeom>
          <a:noFill/>
        </p:spPr>
        <p:txBody>
          <a:bodyPr wrap="square">
            <a:spAutoFit/>
          </a:bodyPr>
          <a:lstStyle/>
          <a:p>
            <a:pPr algn="ctr"/>
            <a:r>
              <a:rPr lang="es-CO" sz="2000" dirty="0">
                <a:solidFill>
                  <a:schemeClr val="accent6">
                    <a:lumMod val="75000"/>
                  </a:schemeClr>
                </a:solidFill>
              </a:rPr>
              <a:t>PROYECTO DE DESARROLLO TECNOLÓGICO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C1880541-E99B-55E2-A1AE-9B77AD781250}"/>
            </a:ext>
          </a:extLst>
        </p:cNvPr>
        <p:cNvGrpSpPr/>
        <p:nvPr/>
      </p:nvGrpSpPr>
      <p:grpSpPr>
        <a:xfrm>
          <a:off x="0" y="0"/>
          <a:ext cx="0" cy="0"/>
          <a:chOff x="0" y="0"/>
          <a:chExt cx="0" cy="0"/>
        </a:xfrm>
      </p:grpSpPr>
      <p:sp>
        <p:nvSpPr>
          <p:cNvPr id="1048591" name="Título 1">
            <a:extLst>
              <a:ext uri="{FF2B5EF4-FFF2-40B4-BE49-F238E27FC236}">
                <a16:creationId xmlns:a16="http://schemas.microsoft.com/office/drawing/2014/main" id="{F5C1A2F5-9390-1763-4E85-E21148B88CFA}"/>
              </a:ext>
            </a:extLst>
          </p:cNvPr>
          <p:cNvSpPr txBox="1"/>
          <p:nvPr/>
        </p:nvSpPr>
        <p:spPr>
          <a:xfrm>
            <a:off x="640535" y="533610"/>
            <a:ext cx="6116315" cy="4300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200" b="1" dirty="0">
                <a:solidFill>
                  <a:srgbClr val="38AA00"/>
                </a:solidFill>
                <a:effectLst/>
                <a:latin typeface="Arial Nova" panose="020B0504020202020204" pitchFamily="34" charset="0"/>
                <a:ea typeface="Times New Roman" panose="02020603050405020304" pitchFamily="18" charset="0"/>
              </a:rPr>
              <a:t>Planteamiento del pro</a:t>
            </a:r>
            <a:r>
              <a:rPr lang="es-CO" sz="3200" b="1" dirty="0">
                <a:solidFill>
                  <a:srgbClr val="38AA00"/>
                </a:solidFill>
                <a:latin typeface="Arial Nova" panose="020B0504020202020204" pitchFamily="34" charset="0"/>
                <a:ea typeface="Times New Roman" panose="02020603050405020304" pitchFamily="18" charset="0"/>
              </a:rPr>
              <a:t>blema</a:t>
            </a:r>
            <a:endParaRPr lang="es-CO" sz="3200" b="1" dirty="0">
              <a:solidFill>
                <a:srgbClr val="38AA00"/>
              </a:solidFill>
              <a:latin typeface="Arial Nova" panose="020B0504020202020204" pitchFamily="34" charset="0"/>
            </a:endParaRPr>
          </a:p>
        </p:txBody>
      </p:sp>
      <p:sp>
        <p:nvSpPr>
          <p:cNvPr id="1048592" name="CuadroTexto 6">
            <a:extLst>
              <a:ext uri="{FF2B5EF4-FFF2-40B4-BE49-F238E27FC236}">
                <a16:creationId xmlns:a16="http://schemas.microsoft.com/office/drawing/2014/main" id="{7406B095-4E4F-944A-F751-0D35E51DFDA9}"/>
              </a:ext>
            </a:extLst>
          </p:cNvPr>
          <p:cNvSpPr txBox="1"/>
          <p:nvPr/>
        </p:nvSpPr>
        <p:spPr>
          <a:xfrm>
            <a:off x="640535" y="1298531"/>
            <a:ext cx="10446981" cy="5015860"/>
          </a:xfrm>
          <a:prstGeom prst="rect">
            <a:avLst/>
          </a:prstGeom>
          <a:noFill/>
        </p:spPr>
        <p:txBody>
          <a:bodyPr wrap="square" rtlCol="0">
            <a:spAutoFit/>
          </a:bodyPr>
          <a:lstStyle/>
          <a:p>
            <a:pPr algn="just">
              <a:lnSpc>
                <a:spcPct val="150000"/>
              </a:lnSpc>
            </a:pPr>
            <a:r>
              <a:rPr lang="es-ES" sz="2400" dirty="0">
                <a:effectLst/>
                <a:latin typeface="Tenorite" panose="00000500000000000000" pitchFamily="2" charset="0"/>
                <a:ea typeface="Times New Roman" panose="02020603050405020304" pitchFamily="18" charset="0"/>
              </a:rPr>
              <a:t>El conjunto residencial Azahar ha estado enfrentando una serie de dificultades en su </a:t>
            </a:r>
            <a:r>
              <a:rPr lang="es-ES" sz="2400" dirty="0">
                <a:latin typeface="Tenorite" panose="00000500000000000000" pitchFamily="2" charset="0"/>
                <a:ea typeface="Times New Roman" panose="02020603050405020304" pitchFamily="18" charset="0"/>
              </a:rPr>
              <a:t>área logística y administrativa. Donde se han señalado problemas</a:t>
            </a:r>
            <a:r>
              <a:rPr lang="es-ES" sz="2400" dirty="0">
                <a:effectLst/>
                <a:latin typeface="Tenorite" panose="00000500000000000000" pitchFamily="2" charset="0"/>
                <a:ea typeface="Times New Roman" panose="02020603050405020304" pitchFamily="18" charset="0"/>
              </a:rPr>
              <a:t> como la pérdida de paquetes y entregas incorrectas; </a:t>
            </a:r>
            <a:r>
              <a:rPr lang="es-CO" sz="2400" dirty="0">
                <a:effectLst/>
                <a:latin typeface="Tenorite" panose="00000500000000000000" pitchFamily="2" charset="0"/>
                <a:ea typeface="Times New Roman" panose="02020603050405020304" pitchFamily="18" charset="0"/>
              </a:rPr>
              <a:t>así como también una falta de control sobre la entrada de vehículos de visitas, además de inconvenientes para reservar las áreas comunes del conjunto (como reservas duplicadas) y llevar un control apropiado sobre los residentes.</a:t>
            </a:r>
            <a:r>
              <a:rPr lang="es-CO" sz="2400" dirty="0">
                <a:latin typeface="Tenorite" panose="00000500000000000000" pitchFamily="2" charset="0"/>
                <a:ea typeface="Times New Roman" panose="02020603050405020304" pitchFamily="18" charset="0"/>
              </a:rPr>
              <a:t> </a:t>
            </a:r>
            <a:r>
              <a:rPr lang="es-CO" sz="2400" dirty="0">
                <a:effectLst/>
                <a:latin typeface="Tenorite" panose="00000500000000000000" pitchFamily="2" charset="0"/>
                <a:ea typeface="Times New Roman" panose="02020603050405020304" pitchFamily="18" charset="0"/>
              </a:rPr>
              <a:t>Entre otras razones, </a:t>
            </a:r>
            <a:r>
              <a:rPr lang="es-ES" sz="2400" dirty="0">
                <a:latin typeface="Tenorite" panose="00000500000000000000" pitchFamily="2" charset="0"/>
              </a:rPr>
              <a:t>el software actual es genérico y no está adaptado a las necesidades del conjunto, lo que perjudica en mayor medida a las áreas anteriormente mencionadas.</a:t>
            </a:r>
            <a:endParaRPr lang="es-CO" sz="2400" dirty="0">
              <a:effectLst/>
              <a:latin typeface="Tenorite" panose="00000500000000000000" pitchFamily="2" charset="0"/>
              <a:ea typeface="Times New Roman" panose="02020603050405020304" pitchFamily="18" charset="0"/>
            </a:endParaRPr>
          </a:p>
        </p:txBody>
      </p:sp>
      <p:cxnSp>
        <p:nvCxnSpPr>
          <p:cNvPr id="2" name="Conector recto 5">
            <a:extLst>
              <a:ext uri="{FF2B5EF4-FFF2-40B4-BE49-F238E27FC236}">
                <a16:creationId xmlns:a16="http://schemas.microsoft.com/office/drawing/2014/main" id="{4DAB8027-97B6-57D1-2966-7E092A200F46}"/>
              </a:ext>
            </a:extLst>
          </p:cNvPr>
          <p:cNvCxnSpPr>
            <a:cxnSpLocks/>
          </p:cNvCxnSpPr>
          <p:nvPr/>
        </p:nvCxnSpPr>
        <p:spPr>
          <a:xfrm>
            <a:off x="788881" y="1032100"/>
            <a:ext cx="72576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671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76362497-C919-98A3-A082-28ECD139D4D5}"/>
            </a:ext>
          </a:extLst>
        </p:cNvPr>
        <p:cNvGrpSpPr/>
        <p:nvPr/>
      </p:nvGrpSpPr>
      <p:grpSpPr>
        <a:xfrm>
          <a:off x="0" y="0"/>
          <a:ext cx="0" cy="0"/>
          <a:chOff x="0" y="0"/>
          <a:chExt cx="0" cy="0"/>
        </a:xfrm>
      </p:grpSpPr>
      <p:sp>
        <p:nvSpPr>
          <p:cNvPr id="1048591" name="Título 1">
            <a:extLst>
              <a:ext uri="{FF2B5EF4-FFF2-40B4-BE49-F238E27FC236}">
                <a16:creationId xmlns:a16="http://schemas.microsoft.com/office/drawing/2014/main" id="{B9F1E8EF-0B54-9655-4993-889CECAAD052}"/>
              </a:ext>
            </a:extLst>
          </p:cNvPr>
          <p:cNvSpPr txBox="1"/>
          <p:nvPr/>
        </p:nvSpPr>
        <p:spPr>
          <a:xfrm>
            <a:off x="640535" y="533610"/>
            <a:ext cx="6116315" cy="4300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200" b="1" dirty="0">
                <a:solidFill>
                  <a:srgbClr val="38AA00"/>
                </a:solidFill>
                <a:latin typeface="Arial Nova" panose="020B0504020202020204" pitchFamily="34" charset="0"/>
                <a:ea typeface="Times New Roman" panose="02020603050405020304" pitchFamily="18" charset="0"/>
              </a:rPr>
              <a:t>Pregunta</a:t>
            </a:r>
            <a:r>
              <a:rPr lang="es-CO" sz="3200" b="1" dirty="0">
                <a:solidFill>
                  <a:srgbClr val="38AA00"/>
                </a:solidFill>
                <a:effectLst/>
                <a:latin typeface="Arial Nova" panose="020B0504020202020204" pitchFamily="34" charset="0"/>
                <a:ea typeface="Times New Roman" panose="02020603050405020304" pitchFamily="18" charset="0"/>
              </a:rPr>
              <a:t> pro</a:t>
            </a:r>
            <a:r>
              <a:rPr lang="es-CO" sz="3200" b="1" dirty="0">
                <a:solidFill>
                  <a:srgbClr val="38AA00"/>
                </a:solidFill>
                <a:latin typeface="Arial Nova" panose="020B0504020202020204" pitchFamily="34" charset="0"/>
                <a:ea typeface="Times New Roman" panose="02020603050405020304" pitchFamily="18" charset="0"/>
              </a:rPr>
              <a:t>blema</a:t>
            </a:r>
            <a:endParaRPr lang="es-CO" sz="3200" b="1" dirty="0">
              <a:solidFill>
                <a:srgbClr val="38AA00"/>
              </a:solidFill>
              <a:latin typeface="Arial Nova" panose="020B0504020202020204" pitchFamily="34" charset="0"/>
            </a:endParaRPr>
          </a:p>
        </p:txBody>
      </p:sp>
      <p:sp>
        <p:nvSpPr>
          <p:cNvPr id="1048592" name="CuadroTexto 6">
            <a:extLst>
              <a:ext uri="{FF2B5EF4-FFF2-40B4-BE49-F238E27FC236}">
                <a16:creationId xmlns:a16="http://schemas.microsoft.com/office/drawing/2014/main" id="{06A8140C-C930-A4DB-9B12-D6D2C9BE35CA}"/>
              </a:ext>
            </a:extLst>
          </p:cNvPr>
          <p:cNvSpPr txBox="1"/>
          <p:nvPr/>
        </p:nvSpPr>
        <p:spPr>
          <a:xfrm>
            <a:off x="640535" y="2306064"/>
            <a:ext cx="10446981" cy="2245871"/>
          </a:xfrm>
          <a:prstGeom prst="rect">
            <a:avLst/>
          </a:prstGeom>
          <a:noFill/>
        </p:spPr>
        <p:txBody>
          <a:bodyPr wrap="square" rtlCol="0">
            <a:spAutoFit/>
          </a:bodyPr>
          <a:lstStyle/>
          <a:p>
            <a:pPr algn="just">
              <a:lnSpc>
                <a:spcPct val="150000"/>
              </a:lnSpc>
            </a:pPr>
            <a:r>
              <a:rPr lang="es-ES" sz="2400" dirty="0">
                <a:latin typeface="Tenorite" panose="00000500000000000000" pitchFamily="2" charset="0"/>
              </a:rPr>
              <a:t>¿De qué manera se puede gestionar de manera eficiente los procesos logísticos y administrativos como la entrega de paquetería, las reservas de áreas comunes y el registro de visitas que solucionen las problemáticas del conjunto Azahar?</a:t>
            </a:r>
          </a:p>
        </p:txBody>
      </p:sp>
      <p:cxnSp>
        <p:nvCxnSpPr>
          <p:cNvPr id="2" name="Conector recto 5">
            <a:extLst>
              <a:ext uri="{FF2B5EF4-FFF2-40B4-BE49-F238E27FC236}">
                <a16:creationId xmlns:a16="http://schemas.microsoft.com/office/drawing/2014/main" id="{A93B13ED-D765-0E88-ADBA-C7C4C4E47B07}"/>
              </a:ext>
            </a:extLst>
          </p:cNvPr>
          <p:cNvCxnSpPr>
            <a:cxnSpLocks/>
          </p:cNvCxnSpPr>
          <p:nvPr/>
        </p:nvCxnSpPr>
        <p:spPr>
          <a:xfrm>
            <a:off x="788881" y="1032100"/>
            <a:ext cx="72576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70635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a:extLst>
            <a:ext uri="{FF2B5EF4-FFF2-40B4-BE49-F238E27FC236}">
              <a16:creationId xmlns:a16="http://schemas.microsoft.com/office/drawing/2014/main" id="{7627235B-B9D1-4F3C-FE71-AD5232E33681}"/>
            </a:ext>
          </a:extLst>
        </p:cNvPr>
        <p:cNvGrpSpPr/>
        <p:nvPr/>
      </p:nvGrpSpPr>
      <p:grpSpPr>
        <a:xfrm>
          <a:off x="0" y="0"/>
          <a:ext cx="0" cy="0"/>
          <a:chOff x="0" y="0"/>
          <a:chExt cx="0" cy="0"/>
        </a:xfrm>
      </p:grpSpPr>
      <p:sp>
        <p:nvSpPr>
          <p:cNvPr id="1048591" name="Título 1">
            <a:extLst>
              <a:ext uri="{FF2B5EF4-FFF2-40B4-BE49-F238E27FC236}">
                <a16:creationId xmlns:a16="http://schemas.microsoft.com/office/drawing/2014/main" id="{D13E53A4-3FE2-6851-AE0C-A9028A68514A}"/>
              </a:ext>
            </a:extLst>
          </p:cNvPr>
          <p:cNvSpPr txBox="1"/>
          <p:nvPr/>
        </p:nvSpPr>
        <p:spPr>
          <a:xfrm>
            <a:off x="640535" y="533610"/>
            <a:ext cx="6116315" cy="4300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200" b="1" dirty="0">
                <a:solidFill>
                  <a:srgbClr val="38AA00"/>
                </a:solidFill>
                <a:latin typeface="Arial Nova" panose="020B0504020202020204" pitchFamily="34" charset="0"/>
              </a:rPr>
              <a:t>Justificación</a:t>
            </a:r>
          </a:p>
        </p:txBody>
      </p:sp>
      <p:sp>
        <p:nvSpPr>
          <p:cNvPr id="1048592" name="CuadroTexto 6">
            <a:extLst>
              <a:ext uri="{FF2B5EF4-FFF2-40B4-BE49-F238E27FC236}">
                <a16:creationId xmlns:a16="http://schemas.microsoft.com/office/drawing/2014/main" id="{CCE4B32F-4FB9-FFC0-DB30-4FBEB682B9F7}"/>
              </a:ext>
            </a:extLst>
          </p:cNvPr>
          <p:cNvSpPr txBox="1"/>
          <p:nvPr/>
        </p:nvSpPr>
        <p:spPr>
          <a:xfrm>
            <a:off x="574267" y="1562207"/>
            <a:ext cx="11043465" cy="3733586"/>
          </a:xfrm>
          <a:prstGeom prst="rect">
            <a:avLst/>
          </a:prstGeom>
          <a:noFill/>
        </p:spPr>
        <p:txBody>
          <a:bodyPr wrap="square" rtlCol="0">
            <a:spAutoFit/>
          </a:bodyPr>
          <a:lstStyle/>
          <a:p>
            <a:pPr algn="just">
              <a:lnSpc>
                <a:spcPct val="150000"/>
              </a:lnSpc>
            </a:pPr>
            <a:r>
              <a:rPr lang="es-ES" sz="2000" dirty="0">
                <a:latin typeface="Tenorite" panose="00000500000000000000" pitchFamily="2" charset="0"/>
              </a:rPr>
              <a:t>A partir del análisis de la problemática identificada en los procesos del conjunto residencial en relación con las actividades para el proceso de entrega de paquetes, registro de visitas y la reservación de áreas comunes y para el logro de la calidad y prestación de cada uno de los procesos que van de acorde a los objetivos de el conjunto residencial es necesario un sistema de información que permita apoyar los procesos que allí se realizan, ya que significaría la actualización de los sistemas convencionales hacia la digitalización y optimización de procesos manuales que a su vez mejorará tanto los procesos administrativos como la satisfacción y confianza de los residentes. </a:t>
            </a:r>
          </a:p>
        </p:txBody>
      </p:sp>
      <p:cxnSp>
        <p:nvCxnSpPr>
          <p:cNvPr id="2" name="Conector recto 5">
            <a:extLst>
              <a:ext uri="{FF2B5EF4-FFF2-40B4-BE49-F238E27FC236}">
                <a16:creationId xmlns:a16="http://schemas.microsoft.com/office/drawing/2014/main" id="{977ACA65-EDDE-BD4E-837B-0FE4C0B9E857}"/>
              </a:ext>
            </a:extLst>
          </p:cNvPr>
          <p:cNvCxnSpPr>
            <a:cxnSpLocks/>
          </p:cNvCxnSpPr>
          <p:nvPr/>
        </p:nvCxnSpPr>
        <p:spPr>
          <a:xfrm>
            <a:off x="788881" y="1032100"/>
            <a:ext cx="72576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7570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stretch>
            <a:fillRect/>
          </a:stretch>
        </a:blipFill>
        <a:effectLst/>
      </p:bgPr>
    </p:bg>
    <p:spTree>
      <p:nvGrpSpPr>
        <p:cNvPr id="1" name=""/>
        <p:cNvGrpSpPr/>
        <p:nvPr/>
      </p:nvGrpSpPr>
      <p:grpSpPr>
        <a:xfrm>
          <a:off x="0" y="0"/>
          <a:ext cx="0" cy="0"/>
          <a:chOff x="0" y="0"/>
          <a:chExt cx="0" cy="0"/>
        </a:xfrm>
      </p:grpSpPr>
      <p:sp>
        <p:nvSpPr>
          <p:cNvPr id="1048591" name="Título 1"/>
          <p:cNvSpPr txBox="1"/>
          <p:nvPr/>
        </p:nvSpPr>
        <p:spPr>
          <a:xfrm>
            <a:off x="640535" y="533610"/>
            <a:ext cx="6116315" cy="43007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3200" b="1" dirty="0">
                <a:solidFill>
                  <a:srgbClr val="38AA00"/>
                </a:solidFill>
                <a:effectLst/>
                <a:latin typeface="Arial Nova" panose="020B0504020202020204" pitchFamily="34" charset="0"/>
                <a:ea typeface="Times New Roman" panose="02020603050405020304" pitchFamily="18" charset="0"/>
              </a:rPr>
              <a:t>Objetivo </a:t>
            </a:r>
            <a:r>
              <a:rPr lang="es-CO" sz="3200" b="1" dirty="0">
                <a:solidFill>
                  <a:srgbClr val="38AA00"/>
                </a:solidFill>
                <a:latin typeface="Arial Nova" panose="020B0504020202020204" pitchFamily="34" charset="0"/>
                <a:ea typeface="Times New Roman" panose="02020603050405020304" pitchFamily="18" charset="0"/>
              </a:rPr>
              <a:t>general </a:t>
            </a:r>
            <a:r>
              <a:rPr lang="es-CO" sz="3200" b="1" dirty="0">
                <a:solidFill>
                  <a:srgbClr val="38AA00"/>
                </a:solidFill>
                <a:effectLst/>
                <a:latin typeface="Arial Nova" panose="020B0504020202020204" pitchFamily="34" charset="0"/>
                <a:ea typeface="Times New Roman" panose="02020603050405020304" pitchFamily="18" charset="0"/>
              </a:rPr>
              <a:t>del </a:t>
            </a:r>
            <a:r>
              <a:rPr lang="es-CO" sz="3200" b="1" dirty="0">
                <a:solidFill>
                  <a:srgbClr val="38AA00"/>
                </a:solidFill>
                <a:latin typeface="Arial Nova" panose="020B0504020202020204" pitchFamily="34" charset="0"/>
                <a:ea typeface="Times New Roman" panose="02020603050405020304" pitchFamily="18" charset="0"/>
              </a:rPr>
              <a:t>p</a:t>
            </a:r>
            <a:r>
              <a:rPr lang="es-CO" sz="3200" b="1" dirty="0">
                <a:solidFill>
                  <a:srgbClr val="38AA00"/>
                </a:solidFill>
                <a:effectLst/>
                <a:latin typeface="Arial Nova" panose="020B0504020202020204" pitchFamily="34" charset="0"/>
                <a:ea typeface="Times New Roman" panose="02020603050405020304" pitchFamily="18" charset="0"/>
              </a:rPr>
              <a:t>royecto</a:t>
            </a:r>
            <a:endParaRPr lang="es-CO" sz="3200" b="1" dirty="0">
              <a:solidFill>
                <a:srgbClr val="38AA00"/>
              </a:solidFill>
              <a:latin typeface="Arial Nova" panose="020B0504020202020204" pitchFamily="34" charset="0"/>
            </a:endParaRPr>
          </a:p>
        </p:txBody>
      </p:sp>
      <p:sp>
        <p:nvSpPr>
          <p:cNvPr id="1048592" name="CuadroTexto 6"/>
          <p:cNvSpPr txBox="1"/>
          <p:nvPr/>
        </p:nvSpPr>
        <p:spPr>
          <a:xfrm>
            <a:off x="872509" y="2029065"/>
            <a:ext cx="10446981" cy="2249911"/>
          </a:xfrm>
          <a:prstGeom prst="rect">
            <a:avLst/>
          </a:prstGeom>
          <a:noFill/>
        </p:spPr>
        <p:txBody>
          <a:bodyPr wrap="square" rtlCol="0">
            <a:spAutoFit/>
          </a:bodyPr>
          <a:lstStyle/>
          <a:p>
            <a:pPr algn="just">
              <a:lnSpc>
                <a:spcPct val="150000"/>
              </a:lnSpc>
            </a:pPr>
            <a:r>
              <a:rPr lang="es-ES" sz="2400" dirty="0"/>
              <a:t>Desarrollar un sistema de información web para gestionar la paquetería, el control de visitantes y las reservas de áreas comunes del conjunto residencial Azahar, con el fin de</a:t>
            </a:r>
            <a:r>
              <a:rPr lang="es-CO" sz="2400" dirty="0">
                <a:effectLst/>
                <a:latin typeface="Tenorite" panose="00000500000000000000" pitchFamily="2" charset="0"/>
                <a:ea typeface="Times New Roman" panose="02020603050405020304" pitchFamily="18" charset="0"/>
              </a:rPr>
              <a:t> brindar solución a las falencias de </a:t>
            </a:r>
            <a:r>
              <a:rPr lang="es-ES" sz="2400" dirty="0"/>
              <a:t>sus procesos logísticos y administrativos.</a:t>
            </a:r>
            <a:endParaRPr lang="es-CO" sz="2400" dirty="0">
              <a:effectLst/>
              <a:latin typeface="Tenorite" panose="00000500000000000000" pitchFamily="2" charset="0"/>
              <a:ea typeface="Times New Roman" panose="02020603050405020304" pitchFamily="18" charset="0"/>
            </a:endParaRPr>
          </a:p>
        </p:txBody>
      </p:sp>
      <p:cxnSp>
        <p:nvCxnSpPr>
          <p:cNvPr id="2" name="Conector recto 5">
            <a:extLst>
              <a:ext uri="{FF2B5EF4-FFF2-40B4-BE49-F238E27FC236}">
                <a16:creationId xmlns:a16="http://schemas.microsoft.com/office/drawing/2014/main" id="{620C3DE9-3788-9737-20EF-91958EF3ECB4}"/>
              </a:ext>
            </a:extLst>
          </p:cNvPr>
          <p:cNvCxnSpPr>
            <a:cxnSpLocks/>
          </p:cNvCxnSpPr>
          <p:nvPr/>
        </p:nvCxnSpPr>
        <p:spPr>
          <a:xfrm>
            <a:off x="788881" y="1032100"/>
            <a:ext cx="72576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ED57C779-76C5-74B0-62EB-35F1532D8AE7}"/>
            </a:ext>
          </a:extLst>
        </p:cNvPr>
        <p:cNvGrpSpPr/>
        <p:nvPr/>
      </p:nvGrpSpPr>
      <p:grpSpPr>
        <a:xfrm>
          <a:off x="0" y="0"/>
          <a:ext cx="0" cy="0"/>
          <a:chOff x="0" y="0"/>
          <a:chExt cx="0" cy="0"/>
        </a:xfrm>
      </p:grpSpPr>
      <p:sp>
        <p:nvSpPr>
          <p:cNvPr id="1048593" name="Título 1">
            <a:extLst>
              <a:ext uri="{FF2B5EF4-FFF2-40B4-BE49-F238E27FC236}">
                <a16:creationId xmlns:a16="http://schemas.microsoft.com/office/drawing/2014/main" id="{C70F363C-C56A-B4A5-1824-C2044C5EBB81}"/>
              </a:ext>
            </a:extLst>
          </p:cNvPr>
          <p:cNvSpPr txBox="1"/>
          <p:nvPr/>
        </p:nvSpPr>
        <p:spPr>
          <a:xfrm>
            <a:off x="456236" y="206871"/>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2800" b="1" dirty="0">
                <a:solidFill>
                  <a:srgbClr val="38AA00"/>
                </a:solidFill>
                <a:effectLst/>
                <a:latin typeface="Arial Nova" panose="020B0504020202020204" pitchFamily="34" charset="0"/>
                <a:ea typeface="Times New Roman" panose="02020603050405020304" pitchFamily="18" charset="0"/>
              </a:rPr>
              <a:t>Objetivos específicos</a:t>
            </a:r>
            <a:r>
              <a:rPr lang="es-CO" sz="2800" b="1" dirty="0">
                <a:solidFill>
                  <a:srgbClr val="38AA00"/>
                </a:solidFill>
                <a:latin typeface="Arial Nova" panose="020B0504020202020204" pitchFamily="34" charset="0"/>
                <a:ea typeface="Times New Roman" panose="02020603050405020304" pitchFamily="18" charset="0"/>
              </a:rPr>
              <a:t>:</a:t>
            </a:r>
            <a:endParaRPr lang="es-CO" sz="2800" b="1" dirty="0">
              <a:solidFill>
                <a:srgbClr val="38AA00"/>
              </a:solidFill>
              <a:latin typeface="Arial Nova" panose="020B0504020202020204" pitchFamily="34" charset="0"/>
            </a:endParaRPr>
          </a:p>
        </p:txBody>
      </p:sp>
      <p:cxnSp>
        <p:nvCxnSpPr>
          <p:cNvPr id="2" name="Conector recto 5">
            <a:extLst>
              <a:ext uri="{FF2B5EF4-FFF2-40B4-BE49-F238E27FC236}">
                <a16:creationId xmlns:a16="http://schemas.microsoft.com/office/drawing/2014/main" id="{D0CC2D61-EBDE-7D3F-EBB7-7756611CB5BA}"/>
              </a:ext>
            </a:extLst>
          </p:cNvPr>
          <p:cNvCxnSpPr>
            <a:cxnSpLocks/>
          </p:cNvCxnSpPr>
          <p:nvPr/>
        </p:nvCxnSpPr>
        <p:spPr>
          <a:xfrm>
            <a:off x="568963" y="651873"/>
            <a:ext cx="84714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
        <p:nvSpPr>
          <p:cNvPr id="3" name="CuadroTexto 6">
            <a:extLst>
              <a:ext uri="{FF2B5EF4-FFF2-40B4-BE49-F238E27FC236}">
                <a16:creationId xmlns:a16="http://schemas.microsoft.com/office/drawing/2014/main" id="{7E441B4F-8A62-1251-78DD-CA5BE1D963EA}"/>
              </a:ext>
            </a:extLst>
          </p:cNvPr>
          <p:cNvSpPr txBox="1"/>
          <p:nvPr/>
        </p:nvSpPr>
        <p:spPr>
          <a:xfrm>
            <a:off x="490545" y="1195471"/>
            <a:ext cx="10446981" cy="3913059"/>
          </a:xfrm>
          <a:prstGeom prst="rect">
            <a:avLst/>
          </a:prstGeom>
          <a:noFill/>
        </p:spPr>
        <p:txBody>
          <a:bodyPr wrap="square" rtlCol="0">
            <a:spAutoFit/>
          </a:bodyPr>
          <a:lstStyle/>
          <a:p>
            <a:pPr marL="457200" indent="-457200" algn="just">
              <a:lnSpc>
                <a:spcPct val="150000"/>
              </a:lnSpc>
              <a:buFont typeface="Arial" panose="020B0604020202020204" pitchFamily="34" charset="0"/>
              <a:buChar char="•"/>
            </a:pPr>
            <a:r>
              <a:rPr lang="es-ES" sz="2400" dirty="0"/>
              <a:t>Implementar un módulo para la gestión de paquetería por apartamento, que permita registrar los paquetes recibidos y marcarlos como entregados.</a:t>
            </a:r>
          </a:p>
          <a:p>
            <a:pPr marL="457200" indent="-457200" algn="just">
              <a:lnSpc>
                <a:spcPct val="150000"/>
              </a:lnSpc>
              <a:buFont typeface="Arial" panose="020B0604020202020204" pitchFamily="34" charset="0"/>
              <a:buChar char="•"/>
            </a:pPr>
            <a:endParaRPr lang="es-ES" sz="2400" dirty="0"/>
          </a:p>
          <a:p>
            <a:pPr marL="457200" indent="-457200" algn="just">
              <a:lnSpc>
                <a:spcPct val="150000"/>
              </a:lnSpc>
              <a:buFont typeface="Arial" panose="020B0604020202020204" pitchFamily="34" charset="0"/>
              <a:buChar char="•"/>
            </a:pPr>
            <a:r>
              <a:rPr lang="es-ES" sz="2400" dirty="0"/>
              <a:t>Desarrollar un modulo para gestionar el acceso vehicular de visitantes, que capture datos personales, horarios de entrada y salida, asigne espacios en un mapa interactivo del parqueadero y emita tiquetes de registro.</a:t>
            </a:r>
          </a:p>
          <a:p>
            <a:pPr marL="457200" indent="-457200" algn="just">
              <a:lnSpc>
                <a:spcPct val="150000"/>
              </a:lnSpc>
              <a:buFont typeface="Arial" panose="020B0604020202020204" pitchFamily="34" charset="0"/>
              <a:buChar char="•"/>
            </a:pPr>
            <a:endParaRPr lang="es-ES" sz="2400" dirty="0"/>
          </a:p>
        </p:txBody>
      </p:sp>
    </p:spTree>
    <p:extLst>
      <p:ext uri="{BB962C8B-B14F-4D97-AF65-F5344CB8AC3E}">
        <p14:creationId xmlns:p14="http://schemas.microsoft.com/office/powerpoint/2010/main" val="1723705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a:extLst>
            <a:ext uri="{FF2B5EF4-FFF2-40B4-BE49-F238E27FC236}">
              <a16:creationId xmlns:a16="http://schemas.microsoft.com/office/drawing/2014/main" id="{68935492-A993-75A1-52D4-69AE1118F190}"/>
            </a:ext>
          </a:extLst>
        </p:cNvPr>
        <p:cNvGrpSpPr/>
        <p:nvPr/>
      </p:nvGrpSpPr>
      <p:grpSpPr>
        <a:xfrm>
          <a:off x="0" y="0"/>
          <a:ext cx="0" cy="0"/>
          <a:chOff x="0" y="0"/>
          <a:chExt cx="0" cy="0"/>
        </a:xfrm>
      </p:grpSpPr>
      <p:sp>
        <p:nvSpPr>
          <p:cNvPr id="1048593" name="Título 1">
            <a:extLst>
              <a:ext uri="{FF2B5EF4-FFF2-40B4-BE49-F238E27FC236}">
                <a16:creationId xmlns:a16="http://schemas.microsoft.com/office/drawing/2014/main" id="{320509F9-351F-82F6-B677-9F109D867C5F}"/>
              </a:ext>
            </a:extLst>
          </p:cNvPr>
          <p:cNvSpPr txBox="1"/>
          <p:nvPr/>
        </p:nvSpPr>
        <p:spPr>
          <a:xfrm>
            <a:off x="456236" y="206871"/>
            <a:ext cx="10515600" cy="67659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CO" sz="2800" b="1" dirty="0">
                <a:solidFill>
                  <a:srgbClr val="38AA00"/>
                </a:solidFill>
                <a:effectLst/>
                <a:latin typeface="Arial Nova" panose="020B0504020202020204" pitchFamily="34" charset="0"/>
                <a:ea typeface="Times New Roman" panose="02020603050405020304" pitchFamily="18" charset="0"/>
              </a:rPr>
              <a:t>Objetivos específicos</a:t>
            </a:r>
            <a:r>
              <a:rPr lang="es-CO" sz="2800" b="1" dirty="0">
                <a:solidFill>
                  <a:srgbClr val="38AA00"/>
                </a:solidFill>
                <a:latin typeface="Arial Nova" panose="020B0504020202020204" pitchFamily="34" charset="0"/>
                <a:ea typeface="Times New Roman" panose="02020603050405020304" pitchFamily="18" charset="0"/>
              </a:rPr>
              <a:t>:</a:t>
            </a:r>
            <a:endParaRPr lang="es-CO" sz="2800" b="1" dirty="0">
              <a:solidFill>
                <a:srgbClr val="38AA00"/>
              </a:solidFill>
              <a:latin typeface="Arial Nova" panose="020B0504020202020204" pitchFamily="34" charset="0"/>
            </a:endParaRPr>
          </a:p>
        </p:txBody>
      </p:sp>
      <p:cxnSp>
        <p:nvCxnSpPr>
          <p:cNvPr id="2" name="Conector recto 5">
            <a:extLst>
              <a:ext uri="{FF2B5EF4-FFF2-40B4-BE49-F238E27FC236}">
                <a16:creationId xmlns:a16="http://schemas.microsoft.com/office/drawing/2014/main" id="{FFB15303-2FF4-28AB-F54D-0979CFB0BF19}"/>
              </a:ext>
            </a:extLst>
          </p:cNvPr>
          <p:cNvCxnSpPr>
            <a:cxnSpLocks/>
          </p:cNvCxnSpPr>
          <p:nvPr/>
        </p:nvCxnSpPr>
        <p:spPr>
          <a:xfrm>
            <a:off x="568963" y="651873"/>
            <a:ext cx="847143" cy="0"/>
          </a:xfrm>
          <a:prstGeom prst="line">
            <a:avLst/>
          </a:prstGeom>
          <a:ln w="12700">
            <a:solidFill>
              <a:srgbClr val="38AA00"/>
            </a:solidFill>
          </a:ln>
        </p:spPr>
        <p:style>
          <a:lnRef idx="1">
            <a:schemeClr val="accent1"/>
          </a:lnRef>
          <a:fillRef idx="0">
            <a:schemeClr val="accent1"/>
          </a:fillRef>
          <a:effectRef idx="0">
            <a:schemeClr val="accent1"/>
          </a:effectRef>
          <a:fontRef idx="minor">
            <a:schemeClr val="tx1"/>
          </a:fontRef>
        </p:style>
      </p:cxnSp>
      <p:sp>
        <p:nvSpPr>
          <p:cNvPr id="3" name="CuadroTexto 6">
            <a:extLst>
              <a:ext uri="{FF2B5EF4-FFF2-40B4-BE49-F238E27FC236}">
                <a16:creationId xmlns:a16="http://schemas.microsoft.com/office/drawing/2014/main" id="{55E17793-FBB0-C11D-1F24-3791675C08BD}"/>
              </a:ext>
            </a:extLst>
          </p:cNvPr>
          <p:cNvSpPr txBox="1"/>
          <p:nvPr/>
        </p:nvSpPr>
        <p:spPr>
          <a:xfrm>
            <a:off x="872509" y="1198069"/>
            <a:ext cx="10446981" cy="5015860"/>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s-ES" sz="2400" dirty="0"/>
              <a:t>Desarrollar un módulo para gestionar </a:t>
            </a:r>
            <a:r>
              <a:rPr lang="es-CO" sz="2400" dirty="0"/>
              <a:t>de reservas de áreas comunes, que permita asignar horarios, generar comprobantes en PDF y enviar notificaciones por correo.</a:t>
            </a:r>
          </a:p>
          <a:p>
            <a:pPr marL="342900" indent="-342900" algn="just">
              <a:lnSpc>
                <a:spcPct val="150000"/>
              </a:lnSpc>
              <a:buFont typeface="Arial" panose="020B0604020202020204" pitchFamily="34" charset="0"/>
              <a:buChar char="•"/>
            </a:pPr>
            <a:endParaRPr lang="es-ES" sz="2400" dirty="0"/>
          </a:p>
          <a:p>
            <a:pPr marL="342900" indent="-342900" algn="just">
              <a:lnSpc>
                <a:spcPct val="150000"/>
              </a:lnSpc>
              <a:buFont typeface="Arial" panose="020B0604020202020204" pitchFamily="34" charset="0"/>
              <a:buChar char="•"/>
            </a:pPr>
            <a:r>
              <a:rPr lang="es-CO" sz="2400" dirty="0"/>
              <a:t>Integrar</a:t>
            </a:r>
            <a:r>
              <a:rPr lang="es-ES" sz="2400" dirty="0"/>
              <a:t> un módulo para administrar la información de los apartamentos y su persona a cargo, con funciones de búsqueda, registro, edición, eliminación y consulta de historial, permitiendo visualizar interacciones como paquetes recibidos, visitas autorizadas y reservas realizadas.</a:t>
            </a:r>
          </a:p>
          <a:p>
            <a:pPr marL="342900" indent="-342900" algn="just">
              <a:lnSpc>
                <a:spcPct val="150000"/>
              </a:lnSpc>
              <a:buFont typeface="Arial" panose="020B0604020202020204" pitchFamily="34" charset="0"/>
              <a:buChar char="•"/>
            </a:pPr>
            <a:endParaRPr lang="es-MX" sz="2400" dirty="0">
              <a:effectLst/>
              <a:latin typeface="Tenorite" panose="00000500000000000000" pitchFamily="2" charset="0"/>
              <a:ea typeface="Times New Roman" panose="02020603050405020304" pitchFamily="18" charset="0"/>
            </a:endParaRPr>
          </a:p>
        </p:txBody>
      </p:sp>
    </p:spTree>
    <p:extLst>
      <p:ext uri="{BB962C8B-B14F-4D97-AF65-F5344CB8AC3E}">
        <p14:creationId xmlns:p14="http://schemas.microsoft.com/office/powerpoint/2010/main" val="18249254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97158" name="Imagen 3" descr="Imagen que contiene Interfaz de usuario gráfica  Descripción generada automáticamente"/>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3066</TotalTime>
  <Words>451</Words>
  <Application>Microsoft Office PowerPoint</Application>
  <PresentationFormat>Panorámica</PresentationFormat>
  <Paragraphs>23</Paragraphs>
  <Slides>8</Slides>
  <Notes>5</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Arial Nova</vt:lpstr>
      <vt:lpstr>Calibri</vt:lpstr>
      <vt:lpstr>Calibri Light</vt:lpstr>
      <vt:lpstr>Tenorite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Jorge Enrique Pedraza Sanchez</dc:creator>
  <cp:lastModifiedBy>APRENDIZ</cp:lastModifiedBy>
  <cp:revision>12</cp:revision>
  <dcterms:created xsi:type="dcterms:W3CDTF">2020-10-02T09:51:28Z</dcterms:created>
  <dcterms:modified xsi:type="dcterms:W3CDTF">2025-09-22T20:13:12Z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299739c-ad3d-4908-806e-4d91151a6e13_Enabled">
    <vt:lpwstr>true</vt:lpwstr>
  </property>
  <property fmtid="{D5CDD505-2E9C-101B-9397-08002B2CF9AE}" pid="3" name="MSIP_Label_1299739c-ad3d-4908-806e-4d91151a6e13_Method">
    <vt:lpwstr>Standard</vt:lpwstr>
  </property>
  <property fmtid="{D5CDD505-2E9C-101B-9397-08002B2CF9AE}" pid="4" name="MSIP_Label_1299739c-ad3d-4908-806e-4d91151a6e13_Name">
    <vt:lpwstr>All Employees (Unrestricted)</vt:lpwstr>
  </property>
  <property fmtid="{D5CDD505-2E9C-101B-9397-08002B2CF9AE}" pid="5" name="MSIP_Label_1299739c-ad3d-4908-806e-4d91151a6e13_SiteId">
    <vt:lpwstr>cbc2c381-2f2e-4d93-91d1-506c9316ace7</vt:lpwstr>
  </property>
  <property fmtid="{D5CDD505-2E9C-101B-9397-08002B2CF9AE}" pid="6" name="MSIP_Label_1299739c-ad3d-4908-806e-4d91151a6e13_ContentBits">
    <vt:lpwstr>0</vt:lpwstr>
  </property>
  <property fmtid="{D5CDD505-2E9C-101B-9397-08002B2CF9AE}" pid="7" name="MSIP_Label_1299739c-ad3d-4908-806e-4d91151a6e13_SetDate">
    <vt:lpwstr>2022-08-12T19:17:55Z</vt:lpwstr>
  </property>
  <property fmtid="{D5CDD505-2E9C-101B-9397-08002B2CF9AE}" pid="8" name="MSIP_Label_1299739c-ad3d-4908-806e-4d91151a6e13_ActionId">
    <vt:lpwstr>8c6bc714-34a9-4b82-914e-50b1377a2da4</vt:lpwstr>
  </property>
  <property fmtid="{D5CDD505-2E9C-101B-9397-08002B2CF9AE}" pid="9" name="ICV">
    <vt:lpwstr>a8aa9406024b4fe3b93a864869e60fd2</vt:lpwstr>
  </property>
</Properties>
</file>